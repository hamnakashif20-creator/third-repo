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sldIdLst>
    <p:sldId id="278" r:id="rId5"/>
    <p:sldId id="279" r:id="rId6"/>
    <p:sldId id="28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9" autoAdjust="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1283" y="1492897"/>
            <a:ext cx="3485073" cy="628934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Design Studio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PRESENTED BY: HAMNA KASHIF </a:t>
            </a:r>
          </a:p>
          <a:p>
            <a:pPr algn="l"/>
            <a:r>
              <a:rPr lang="en-US" sz="1600" dirty="0"/>
              <a:t>COURSE: BS.ARCH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90AA3-3C3C-3971-89E4-B482F245D316}"/>
              </a:ext>
            </a:extLst>
          </p:cNvPr>
          <p:cNvSpPr txBox="1"/>
          <p:nvPr/>
        </p:nvSpPr>
        <p:spPr>
          <a:xfrm>
            <a:off x="7285624" y="2351721"/>
            <a:ext cx="369375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Project name: Charcoal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AFFCFF-7F70-9585-C703-FB9B47AF4666}"/>
              </a:ext>
            </a:extLst>
          </p:cNvPr>
          <p:cNvSpPr txBox="1"/>
          <p:nvPr/>
        </p:nvSpPr>
        <p:spPr>
          <a:xfrm>
            <a:off x="7503971" y="3232866"/>
            <a:ext cx="3693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“The Art of Ash and Ambition’’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938" y="-104224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/>
              <a:t>Charcoal</a:t>
            </a: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938" y="924186"/>
            <a:ext cx="4403596" cy="1598580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800" dirty="0"/>
              <a:t>Charcoal enhance creativity and allows for spontaneous and expressive mark-making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225D4-C0F4-69A7-4914-52F82EC21F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0000" y="2455541"/>
            <a:ext cx="2878044" cy="1848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E58EAE-0680-0D31-01A2-4F3E039926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7025" y="4112081"/>
            <a:ext cx="2878044" cy="213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8F4EB-B355-EF2A-BA72-6F6F733CE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763" y="2363756"/>
            <a:ext cx="10353762" cy="12573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Content Placeholder 4" descr="Grain">
            <a:extLst>
              <a:ext uri="{FF2B5EF4-FFF2-40B4-BE49-F238E27FC236}">
                <a16:creationId xmlns:a16="http://schemas.microsoft.com/office/drawing/2014/main" id="{260C5BAB-1C4C-8341-0B1A-B0677EC32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429000"/>
            <a:ext cx="914400" cy="914400"/>
          </a:xfrm>
        </p:spPr>
      </p:pic>
    </p:spTree>
    <p:extLst>
      <p:ext uri="{BB962C8B-B14F-4D97-AF65-F5344CB8AC3E}">
        <p14:creationId xmlns:p14="http://schemas.microsoft.com/office/powerpoint/2010/main" val="79699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{683E4D80-A861-4ADD-8CA7-22887129C212}TFe742eee6-54b3-45e8-a03d-f3d997f9b6caf6c338c2_win32-3734725ae7e2</Template>
  <TotalTime>17</TotalTime>
  <Words>40</Words>
  <Application>Microsoft Office PowerPoint</Application>
  <PresentationFormat>Widescreen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Goudy Old Style</vt:lpstr>
      <vt:lpstr>Wingdings 2</vt:lpstr>
      <vt:lpstr>SlateVTI</vt:lpstr>
      <vt:lpstr>Design Studio</vt:lpstr>
      <vt:lpstr>Charcoal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</dc:creator>
  <cp:lastModifiedBy>MI</cp:lastModifiedBy>
  <cp:revision>1</cp:revision>
  <dcterms:created xsi:type="dcterms:W3CDTF">2025-12-08T13:39:42Z</dcterms:created>
  <dcterms:modified xsi:type="dcterms:W3CDTF">2025-12-08T13:57:36Z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